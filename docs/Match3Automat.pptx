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19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85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45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541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081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7601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278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048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305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6937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60149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55D6BBC-8B69-4D90-B490-E6E6FB1AE983}" type="datetimeFigureOut">
              <a:rPr lang="ro-RO" smtClean="0"/>
              <a:t>15.12.2025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EF300C-75EA-43F9-AE60-0202B037A79D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24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Automatizare</a:t>
            </a:r>
            <a:r>
              <a:rPr lang="en-US" sz="8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Joc</a:t>
            </a:r>
            <a:r>
              <a:rPr lang="en-US" sz="8800" dirty="0" smtClean="0">
                <a:latin typeface="Arial" panose="020B0604020202020204" pitchFamily="34" charset="0"/>
                <a:cs typeface="Arial" panose="020B0604020202020204" pitchFamily="34" charset="0"/>
              </a:rPr>
              <a:t>  de tip Match-3</a:t>
            </a:r>
            <a:endParaRPr lang="ro-RO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Lakatos</a:t>
            </a:r>
            <a:r>
              <a:rPr lang="en-US" dirty="0" smtClean="0"/>
              <a:t> Fabian - info ii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4555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cop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1" y="2080377"/>
            <a:ext cx="1005840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sz="2800" dirty="0">
                <a:solidFill>
                  <a:schemeClr val="tx1"/>
                </a:solidFill>
              </a:rPr>
              <a:t>Dezvoltarea unei aplicații care automatizează jocul de tip </a:t>
            </a:r>
            <a:r>
              <a:rPr lang="ro-RO" sz="2800" b="1" dirty="0">
                <a:solidFill>
                  <a:schemeClr val="tx1"/>
                </a:solidFill>
              </a:rPr>
              <a:t>match‑3</a:t>
            </a:r>
            <a:r>
              <a:rPr lang="ro-RO" sz="2800" dirty="0">
                <a:solidFill>
                  <a:schemeClr val="tx1"/>
                </a:solidFill>
              </a:rPr>
              <a:t> (stil </a:t>
            </a:r>
            <a:r>
              <a:rPr lang="ro-RO" sz="2800" dirty="0" err="1">
                <a:solidFill>
                  <a:schemeClr val="tx1"/>
                </a:solidFill>
              </a:rPr>
              <a:t>Candy</a:t>
            </a:r>
            <a:r>
              <a:rPr lang="ro-RO" sz="2800" dirty="0">
                <a:solidFill>
                  <a:schemeClr val="tx1"/>
                </a:solidFill>
              </a:rPr>
              <a:t> </a:t>
            </a:r>
            <a:r>
              <a:rPr lang="ro-RO" sz="2800" dirty="0" err="1">
                <a:solidFill>
                  <a:schemeClr val="tx1"/>
                </a:solidFill>
              </a:rPr>
              <a:t>Crush</a:t>
            </a:r>
            <a:r>
              <a:rPr lang="ro-RO" sz="2800" dirty="0">
                <a:solidFill>
                  <a:schemeClr val="tx1"/>
                </a:solidFill>
              </a:rPr>
              <a:t>) pe o grilă de </a:t>
            </a:r>
            <a:r>
              <a:rPr lang="ro-RO" sz="2800" b="1" dirty="0" smtClean="0">
                <a:solidFill>
                  <a:schemeClr val="tx1"/>
                </a:solidFill>
              </a:rPr>
              <a:t>11×11</a:t>
            </a:r>
            <a:r>
              <a:rPr lang="ro-RO" sz="2800" dirty="0" smtClean="0">
                <a:solidFill>
                  <a:schemeClr val="tx1"/>
                </a:solidFill>
              </a:rPr>
              <a:t>. </a:t>
            </a:r>
            <a:r>
              <a:rPr lang="ro-RO" sz="2800" dirty="0">
                <a:solidFill>
                  <a:schemeClr val="tx1"/>
                </a:solidFill>
              </a:rPr>
              <a:t>Aplicația va detecta formațiuni valide, va aplica gravitația și va efectua interschimbări (</a:t>
            </a:r>
            <a:r>
              <a:rPr lang="ro-RO" sz="2800" dirty="0" err="1">
                <a:solidFill>
                  <a:schemeClr val="tx1"/>
                </a:solidFill>
              </a:rPr>
              <a:t>swap</a:t>
            </a:r>
            <a:r>
              <a:rPr lang="ro-RO" sz="2800" dirty="0">
                <a:solidFill>
                  <a:schemeClr val="tx1"/>
                </a:solidFill>
              </a:rPr>
              <a:t>‑uri) pentru a maximiza scorul, jucând </a:t>
            </a:r>
            <a:r>
              <a:rPr lang="ro-RO" sz="2800" b="1" dirty="0">
                <a:solidFill>
                  <a:schemeClr val="tx1"/>
                </a:solidFill>
              </a:rPr>
              <a:t>100 de jocuri</a:t>
            </a:r>
            <a:r>
              <a:rPr lang="ro-RO" sz="2800" dirty="0">
                <a:solidFill>
                  <a:schemeClr val="tx1"/>
                </a:solidFill>
              </a:rPr>
              <a:t> și raportând statisticile finale.</a:t>
            </a:r>
            <a:r>
              <a:rPr kumimoji="0" lang="ro-RO" altLang="ro-R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o-RO" altLang="ro-R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7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Tehnologii și arhitectura soluției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13456"/>
            <a:ext cx="741699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Limbaj: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Biblioteci folosite: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random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copy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csv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Arhitectura aplicației: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Generare/inițializare tablă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Detectarea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formatiunilor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(L, T, linii)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Eliminarea celulelor, aplicarea gravitației,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refill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Căutare</a:t>
            </a:r>
            <a:r>
              <a:rPr kumimoji="0" lang="en-US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</a:t>
            </a:r>
            <a:r>
              <a:rPr kumimoji="0" lang="en-US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 bun</a:t>
            </a:r>
            <a:r>
              <a:rPr kumimoji="0" lang="en-US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mutar</a:t>
            </a:r>
            <a:r>
              <a:rPr kumimoji="0" lang="en-US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best_swap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Simulare completă a jocului și colectare rezultate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Fișier CSV cu statistici pe 100 de jocuri</a:t>
            </a:r>
          </a:p>
        </p:txBody>
      </p:sp>
    </p:spTree>
    <p:extLst>
      <p:ext uri="{BB962C8B-B14F-4D97-AF65-F5344CB8AC3E}">
        <p14:creationId xmlns:p14="http://schemas.microsoft.com/office/powerpoint/2010/main" val="150885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Modelare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jocului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721972"/>
            <a:ext cx="90646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Stări ale jocului: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 curentă (matrice 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ROWS x COLS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Punctaj acumulat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Număr de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-uri și cascade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Tranziții între stări: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între două celule adiacente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Eliminarea celulelor conform șabloanelor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Aplicarea gravitației și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refill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Detectoare de șabloane: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Linii (3, 4, 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 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și 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(cu verificare în limitele tablei)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Funcții cheie: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find_formations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apply_gravity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refill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resolve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68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096963" y="2149465"/>
            <a:ext cx="96169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Heuristici</a:t>
            </a: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testează toate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-urile posibile adiacente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alege mutarea care aduce cel mai mare punctaj imediat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Look-</a:t>
            </a:r>
            <a:r>
              <a:rPr kumimoji="0" lang="ro-RO" altLang="ro-RO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ahead</a:t>
            </a: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 există predicție adâncă (doar un pas înainte)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Rezultate comparative: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 predefinită vs. tabla aleatorie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Exemple: Mutarea care produce 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LINE5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sau 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T/L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oferă mai multe puncte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Funcții implicate: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best_swap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resolve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Strategia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joc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20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41540"/>
            <a:ext cx="10058400" cy="1450757"/>
          </a:xfrm>
        </p:spPr>
        <p:txBody>
          <a:bodyPr/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Rezultate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100 de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jocuri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97280" y="2446245"/>
            <a:ext cx="846941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Rezultate medii (exemplu):</a:t>
            </a:r>
            <a:endParaRPr kumimoji="0" lang="ro-RO" altLang="ro-R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punctelor: 1</a:t>
            </a:r>
            <a:r>
              <a:rPr kumimoji="0" lang="en-US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0260.90</a:t>
            </a:r>
            <a:endParaRPr kumimoji="0" lang="ro-RO" altLang="ro-R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-urilor: </a:t>
            </a:r>
            <a:r>
              <a:rPr kumimoji="0" lang="en-US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22.70</a:t>
            </a:r>
            <a:endParaRPr kumimoji="0" lang="ro-RO" altLang="ro-R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0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Distributii</a:t>
            </a:r>
            <a:endParaRPr lang="ro-R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87" y="2090198"/>
            <a:ext cx="4794562" cy="375477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565" y="2090198"/>
            <a:ext cx="4637769" cy="375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5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Limitări &amp; direcții de îmbunătățire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6963" y="2444591"/>
            <a:ext cx="832311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Limitări curente: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Look-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ahead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limitat (doar un pas)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 se învață din jocurile anterioare</a:t>
            </a:r>
            <a:endParaRPr kumimoji="0" lang="en-US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Direcții viitoare: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Evaluarea mai adâncă (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-step look-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ahead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Detectarea automată a șabloanelor complexe mai eficiente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5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845734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Multumesc</a:t>
            </a:r>
            <a:endParaRPr lang="ro-RO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8516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182</TotalTime>
  <Words>275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Unicode MS</vt:lpstr>
      <vt:lpstr>Arial</vt:lpstr>
      <vt:lpstr>Calibri</vt:lpstr>
      <vt:lpstr>Calibri Light</vt:lpstr>
      <vt:lpstr>Retrospect</vt:lpstr>
      <vt:lpstr>Automatizare Joc  de tip Match-3</vt:lpstr>
      <vt:lpstr>Scop</vt:lpstr>
      <vt:lpstr>Tehnologii și arhitectura soluției</vt:lpstr>
      <vt:lpstr>Modelare jocului</vt:lpstr>
      <vt:lpstr>Strategia de joc</vt:lpstr>
      <vt:lpstr>Rezultate pe 100 de jocuri</vt:lpstr>
      <vt:lpstr>Distributii</vt:lpstr>
      <vt:lpstr>Limitări &amp; direcții de îmbunătățire</vt:lpstr>
      <vt:lpstr>Multumesc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Solver automat pentru Hangman</dc:title>
  <dc:creator>Microsoft account</dc:creator>
  <cp:lastModifiedBy>Microsoft account</cp:lastModifiedBy>
  <cp:revision>15</cp:revision>
  <dcterms:created xsi:type="dcterms:W3CDTF">2025-10-19T20:07:20Z</dcterms:created>
  <dcterms:modified xsi:type="dcterms:W3CDTF">2025-12-15T09:40:37Z</dcterms:modified>
</cp:coreProperties>
</file>